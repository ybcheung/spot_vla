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EXTENSION · RQ5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A second selection problem: the replan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107442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A chunking policy predicts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H = 50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actions from one observation but executes only the first </a:t>
            </a:r>
            <a:r>
              <a:rPr sz="1500" b="1" i="1">
                <a:solidFill>
                  <a:srgbClr val="1A1A1A"/>
                </a:solidFill>
                <a:latin typeface="Calibri"/>
              </a:rPr>
              <a:t>h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of them before re-observing and re-planning. At time </a:t>
            </a:r>
            <a:r>
              <a:rPr sz="1500" b="0" i="1">
                <a:solidFill>
                  <a:srgbClr val="1A1A1A"/>
                </a:solidFill>
                <a:latin typeface="Calibri"/>
              </a:rPr>
              <a:t>t₀ + k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the executed action is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50" b="1" i="0">
                <a:solidFill>
                  <a:srgbClr val="006FB9"/>
                </a:solidFill>
                <a:latin typeface="Calibri"/>
              </a:rPr>
              <a:t>a_exec(t₀+k)  =  P[ t₀ + h·⌊k/h⌋ ,  k mod h ]        h = n_action_steps ∈ {1 … H}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5227320" cy="17373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2377440"/>
            <a:ext cx="5227320" cy="457200"/>
          </a:xfrm>
          <a:prstGeom prst="rect">
            <a:avLst/>
          </a:prstGeom>
          <a:solidFill>
            <a:srgbClr val="006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522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h is a deployment knob, not a learned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2020" y="2967990"/>
            <a:ext cx="48463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Nothing is retrained. The same weights span </a:t>
            </a:r>
            <a:r>
              <a:rPr sz="1300" b="1" i="0">
                <a:solidFill>
                  <a:srgbClr val="006FB9"/>
                </a:solidFill>
                <a:latin typeface="Calibri"/>
              </a:rPr>
              <a:t>34 → 51 %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pooled success, and </a:t>
            </a:r>
            <a:r>
              <a:rPr sz="1300" b="1" i="0">
                <a:solidFill>
                  <a:srgbClr val="006FB9"/>
                </a:solidFill>
                <a:latin typeface="Calibri"/>
              </a:rPr>
              <a:t>36 → 68 %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on the best checkpoint.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2377440"/>
            <a:ext cx="5227320" cy="17373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48400" y="2377440"/>
            <a:ext cx="5227320" cy="457200"/>
          </a:xfrm>
          <a:prstGeom prst="rect">
            <a:avLst/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48400" y="2450592"/>
            <a:ext cx="522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…and it is tuned by a sim sweep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2967990"/>
            <a:ext cx="48463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Exactly the cost offline metrics were introduced to remove for the checkpoint index </a:t>
            </a:r>
            <a:r>
              <a:rPr sz="1300" b="0" i="1">
                <a:solidFill>
                  <a:srgbClr val="1A1A1A"/>
                </a:solidFill>
                <a:latin typeface="Calibri"/>
              </a:rPr>
              <a:t>k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. One sweep here = 59 rollouts ≈ 8 GPU-hours.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19600"/>
            <a:ext cx="10744200" cy="16002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31520" y="4419600"/>
            <a:ext cx="91440" cy="160020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0120" y="4575048"/>
            <a:ext cx="10344200" cy="134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 i="0">
                <a:solidFill>
                  <a:srgbClr val="1A1A1A"/>
                </a:solidFill>
                <a:latin typeface="Calibri"/>
              </a:rPr>
              <a:t>Same question as early stopping, one level down: </a:t>
            </a:r>
            <a:r>
              <a:rPr sz="1650" b="0" i="1">
                <a:solidFill>
                  <a:srgbClr val="006FB9"/>
                </a:solidFill>
                <a:latin typeface="Calibri"/>
              </a:rPr>
              <a:t>can a validation-set functional m̄(h) put its optimum where Q(h) puts its maximum?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Notation follows wenyan_experiment_instruction.tex: Q(·) is closed-loop LIBERO success, m̄(·) an aggregated offline metric, regret = Q(best) − Q(selected).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What an offline predictor can — and cannot —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10744200" cy="6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0" i="0">
                <a:solidFill>
                  <a:srgbClr val="1A1A1A"/>
                </a:solidFill>
                <a:latin typeface="Calibri"/>
              </a:rPr>
              <a:t>Offline, observations are always the </a:t>
            </a:r>
            <a:r>
              <a:rPr sz="1450" b="0" i="1">
                <a:solidFill>
                  <a:srgbClr val="1A1A1A"/>
                </a:solidFill>
                <a:latin typeface="Calibri"/>
              </a:rPr>
              <a:t>recorded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 ones, so always on the expert state distribution. Online, a long horizon also hurts because execution error carries the robot </a:t>
            </a:r>
            <a:r>
              <a:rPr sz="1450" b="0" i="1">
                <a:solidFill>
                  <a:srgbClr val="1A1A1A"/>
                </a:solidFill>
                <a:latin typeface="Calibri"/>
              </a:rPr>
              <a:t>off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 that distribution — and no metric on recorded observations can see that. These are proxies, not rollout simulations.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5227320" cy="201168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2011680"/>
            <a:ext cx="5227320" cy="457200"/>
          </a:xfrm>
          <a:prstGeom prst="rect">
            <a:avLst/>
          </a:prstGeom>
          <a:solidFill>
            <a:srgbClr val="C44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2084832"/>
            <a:ext cx="522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(i)  accuracy decays with lookahead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2020" y="2602230"/>
            <a:ext cx="48463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1" i="0">
                <a:solidFill>
                  <a:srgbClr val="C4451C"/>
                </a:solidFill>
                <a:latin typeface="Calibri"/>
              </a:rPr>
              <a:t>e_k  =  E_t ‖ P[t,k] − a_{t+k} ‖²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A larger h forces execution of later chunk positions. If e_k rises monotonically, every accuracy-only predictor is minimised at h = 1.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2011680"/>
            <a:ext cx="5227320" cy="201168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48400" y="2011680"/>
            <a:ext cx="5227320" cy="457200"/>
          </a:xfrm>
          <a:prstGeom prst="rect">
            <a:avLst/>
          </a:prstGeom>
          <a:solidFill>
            <a:srgbClr val="7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48400" y="2084832"/>
            <a:ext cx="522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(ii)  every replan costs a discontinuity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2602230"/>
            <a:ext cx="48463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1" i="0">
                <a:solidFill>
                  <a:srgbClr val="7A4FBF"/>
                </a:solidFill>
                <a:latin typeface="Calibri"/>
              </a:rPr>
              <a:t>‖ P_fresh[0] − P_stale[h−1] ‖²   once per h steps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Each replan re-samples the flow-matching noise and re-conditions, so the executed sequence jumps. Smaller h ⇒ more jumps. Minimised at h = 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10744200" cy="170688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31520" y="4343400"/>
            <a:ext cx="91440" cy="1706880"/>
          </a:xfrm>
          <a:prstGeom prst="rect">
            <a:avLst/>
          </a:prstGeom>
          <a:solidFill>
            <a:srgbClr val="006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0120" y="4498848"/>
            <a:ext cx="10344200" cy="1446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 i="0">
                <a:solidFill>
                  <a:srgbClr val="1A1A1A"/>
                </a:solidFill>
                <a:latin typeface="Calibri"/>
              </a:rPr>
              <a:t>The two effects pull in opposite directions, so the families below are built to be separable</a:t>
            </a:r>
            <a:r>
              <a:rPr sz="1650" b="1" i="0">
                <a:solidFill>
                  <a:srgbClr val="1A1A1A"/>
                </a:solidFill>
                <a:latin typeface="Calibri"/>
              </a:rPr>
              <a:t> — pure-(i), pure-(ii), and λ-free combinations.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This is what makes the comparison diagnostic rather than a leaderboard: it identifies WHICH effect the offline data must model to reproduce the online ranking.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Four predictor families, 27 candidates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47800"/>
            <a:ext cx="2529840" cy="32004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31520" y="1447800"/>
            <a:ext cx="2529840" cy="457200"/>
          </a:xfrm>
          <a:prstGeom prst="rect">
            <a:avLst/>
          </a:prstGeom>
          <a:solidFill>
            <a:srgbClr val="C44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1520952"/>
            <a:ext cx="252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prefix_*   (i)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2020" y="2038350"/>
            <a:ext cx="214884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1" i="0">
                <a:solidFill>
                  <a:srgbClr val="C4451C"/>
                </a:solidFill>
                <a:latin typeface="Calibri"/>
              </a:rPr>
              <a:t>m̄(h) = (1/h) Σ_{k&lt;h} e_k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The existing AC-Chunk protocol with the chunk </a:t>
            </a:r>
            <a:r>
              <a:rPr sz="1300" b="0" i="1">
                <a:solidFill>
                  <a:srgbClr val="1A1A1A"/>
                </a:solidFill>
                <a:latin typeface="Calibri"/>
              </a:rPr>
              <a:t>truncated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to h steps. Needs no new machinery.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Risk: compares different-LENGTH sequences across 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447800"/>
            <a:ext cx="2529840" cy="32004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474720" y="1447800"/>
            <a:ext cx="2529840" cy="457200"/>
          </a:xfrm>
          <a:prstGeom prst="rect">
            <a:avLst/>
          </a:prstGeom>
          <a:solidFill>
            <a:srgbClr val="006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474720" y="1520952"/>
            <a:ext cx="252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stitch*   (i)+(ii)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5220" y="2038350"/>
            <a:ext cx="214884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1" i="0">
                <a:solidFill>
                  <a:srgbClr val="006FB9"/>
                </a:solidFill>
                <a:latin typeface="Calibri"/>
              </a:rPr>
              <a:t>window fixed at H; replan every h inside it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The executed sequence is the concatenation of h-step prefixes of chunks re-predicted at t₀, t₀+h, … scored against the same GT window.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Only the replan schedule varies with 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47800"/>
            <a:ext cx="2529840" cy="32004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17920" y="1447800"/>
            <a:ext cx="2529840" cy="457200"/>
          </a:xfrm>
          <a:prstGeom prst="rect">
            <a:avLst/>
          </a:prstGeom>
          <a:solidFill>
            <a:srgbClr val="7A4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17920" y="1520952"/>
            <a:ext cx="252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smoothness   (ii)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8420" y="2038350"/>
            <a:ext cx="214884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1" i="0">
                <a:solidFill>
                  <a:srgbClr val="7A4FBF"/>
                </a:solidFill>
                <a:latin typeface="Calibri"/>
              </a:rPr>
              <a:t>tv_ratio, jerk_ratio, switch_excess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Roughness of the executed sequence relative to ground truth; and the position-matched discontinuity at replan boundaries.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By construction minimised by never switching.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447800"/>
            <a:ext cx="2529840" cy="32004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961120" y="1447800"/>
            <a:ext cx="2529840" cy="457200"/>
          </a:xfrm>
          <a:prstGeom prst="rect">
            <a:avLst/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961120" y="1520952"/>
            <a:ext cx="252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composites &amp; GT-free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1620" y="2038350"/>
            <a:ext cx="214884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50" b="1" i="0">
                <a:solidFill>
                  <a:srgbClr val="1B8A4A"/>
                </a:solidFill>
                <a:latin typeface="Calibri"/>
              </a:rPr>
              <a:t>stitchE_l2(h) + switch(h)/h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λ-FREE: both terms are mean-squared normalised-action units, so they add with no tuned weight.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555555"/>
                </a:solidFill>
                <a:latin typeface="Calibri"/>
              </a:rPr>
              <a:t>GT-free variants replace the label a_{t+k} with the policy's own fresh prediction — no action labels at all.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38700"/>
            <a:ext cx="10744200" cy="12801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731520" y="4838700"/>
            <a:ext cx="91440" cy="128016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4994148"/>
            <a:ext cx="10344200" cy="102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 i="0">
                <a:solidFill>
                  <a:srgbClr val="1A1A1A"/>
                </a:solidFill>
                <a:latin typeface="Calibri"/>
              </a:rPr>
              <a:t>Distances throughout: DTW, entropic OT, cosine, L1, L2</a:t>
            </a:r>
            <a:r>
              <a:rPr sz="1650" b="1" i="0">
                <a:solidFill>
                  <a:srgbClr val="1A1A1A"/>
                </a:solidFill>
                <a:latin typeface="Calibri"/>
              </a:rPr>
              <a:t>  — the same five the checkpoint-selection study ranks.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Scored with that study's conventions: ρ on the negated metric, regret in success points, and an h-independent metric charged the regret of a uniform random pick.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Five checkpoints, up to eleven horizons, 59 rollouts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107442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Calibri"/>
              </a:rPr>
              <a:t>SmolVLA LoRA r=32 on libero_goal, chunk H = 50. Checkpoints span the run's whole quality range so that </a:t>
            </a:r>
            <a:r>
              <a:rPr sz="1450" b="0" i="1">
                <a:solidFill>
                  <a:srgbClr val="1A1A1A"/>
                </a:solidFill>
                <a:latin typeface="Calibri"/>
              </a:rPr>
              <a:t>“the metric picks h well”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 can be told apart from </a:t>
            </a:r>
            <a:r>
              <a:rPr sz="1450" b="0" i="1">
                <a:solidFill>
                  <a:srgbClr val="1A1A1A"/>
                </a:solidFill>
                <a:latin typeface="Calibri"/>
              </a:rPr>
              <a:t>“h happened to be good at one θ_k”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89760"/>
            <a:ext cx="121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8A8A8A"/>
                </a:solidFill>
                <a:latin typeface="Calibri"/>
              </a:rPr>
              <a:t>checkpoint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0720" y="18897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8A8A8A"/>
                </a:solidFill>
                <a:latin typeface="Calibri"/>
              </a:rPr>
              <a:t>peak 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5120" y="188976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8A8A8A"/>
                </a:solidFill>
                <a:latin typeface="Calibri"/>
              </a:rPr>
              <a:t>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8120" y="1889760"/>
            <a:ext cx="20383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>
                <a:solidFill>
                  <a:srgbClr val="8A8A8A"/>
                </a:solidFill>
                <a:latin typeface="Calibri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73808"/>
            <a:ext cx="121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θ₃₀₀₀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50720" y="227380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30 %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5120" y="2273808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core (7)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8120" y="2273808"/>
            <a:ext cx="20383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weak / early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657856"/>
            <a:ext cx="121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θ₈₀₀₀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0720" y="2657856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48 %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5120" y="2657856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core (7)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8120" y="2657856"/>
            <a:ext cx="20383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041904"/>
            <a:ext cx="121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θ₂₂₀₀₀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0720" y="304190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58 %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65120" y="3041904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dense (11)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8120" y="3041904"/>
            <a:ext cx="20383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006FB9"/>
                </a:solidFill>
                <a:latin typeface="Calibri"/>
              </a:rPr>
              <a:t>DTW-selected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425952"/>
            <a:ext cx="121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θ₄₀₅₀₀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0720" y="342595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61 %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65120" y="3425952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core (7)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8120" y="3425952"/>
            <a:ext cx="20383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810000"/>
            <a:ext cx="121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θ₇₅₅₀₀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50720" y="38100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68 %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65120" y="381000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dense (11)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8120" y="3810000"/>
            <a:ext cx="20383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006FB9"/>
                </a:solidFill>
                <a:latin typeface="Calibri"/>
              </a:rPr>
              <a:t>online peak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31520" y="1889760"/>
            <a:ext cx="5044200" cy="237744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431520" y="1889760"/>
            <a:ext cx="5044200" cy="457200"/>
          </a:xfrm>
          <a:prstGeom prst="rect">
            <a:avLst/>
          </a:prstGeom>
          <a:solidFill>
            <a:srgbClr val="006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31520" y="1962912"/>
            <a:ext cx="5044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Why pooling is legitimate here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2020" y="2480310"/>
            <a:ext cx="46632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Core grid h ∈ {1,3,5,10,15,25,50} at every checkpoint; dense adds {2,8,20,35}.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Task set, seed and episode count are identical in every cell, so episodes are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paired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— trial i of task j starts from the same state at every h and every θ_k.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006FB9"/>
                </a:solidFill>
                <a:latin typeface="Calibri"/>
              </a:rPr>
              <a:t>Pooling ⇒ n = 500 per horizon, SE 2.2 instead of 5.0.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4648200"/>
            <a:ext cx="10744200" cy="13716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31520" y="4648200"/>
            <a:ext cx="91440" cy="1371600"/>
          </a:xfrm>
          <a:prstGeom prst="rect">
            <a:avLst/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60120" y="4803648"/>
            <a:ext cx="10344200" cy="111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 i="0">
                <a:solidFill>
                  <a:srgbClr val="1A1A1A"/>
                </a:solidFill>
                <a:latin typeface="Calibri"/>
              </a:rPr>
              <a:t>Offline cost: 6.5 min GPU per checkpoint</a:t>
            </a:r>
            <a:r>
              <a:rPr sz="1650" b="1" i="0">
                <a:solidFill>
                  <a:srgbClr val="1A1A1A"/>
                </a:solidFill>
                <a:latin typeface="Calibri"/>
              </a:rPr>
              <a:t>  — the predicted chunk is cached at every one of the 5 016 validation frames, with two independent sampler draws. Everything after that is CPU-only.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Sanity check: re-deriving the published AC-Chunk metric from the cache at h = H reproduces metrics_history.json to within 0.7–1.7 % (flow-matching sampling noise).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RESULT · RQ5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The knob is worth 15–32 points, and the optimum is h = 10–15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21</a:t>
            </a:r>
          </a:p>
        </p:txBody>
      </p:sp>
      <p:pic>
        <p:nvPicPr>
          <p:cNvPr id="9" name="Picture 8" descr="slide_replan_q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450" y="1310640"/>
            <a:ext cx="7944794" cy="345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1520" y="4922520"/>
            <a:ext cx="10744200" cy="13716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4922520"/>
            <a:ext cx="91440" cy="137160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5077968"/>
            <a:ext cx="10344200" cy="111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 i="0">
                <a:solidFill>
                  <a:srgbClr val="1A1A1A"/>
                </a:solidFill>
                <a:latin typeface="Calibri"/>
              </a:rPr>
              <a:t>Pooled over 5 checkpoints, every horizon except h = 10 is significantly worse than h = 15</a:t>
            </a:r>
            <a:r>
              <a:rPr sz="1650" b="1" i="0">
                <a:solidFill>
                  <a:srgbClr val="1A1A1A"/>
                </a:solidFill>
                <a:latin typeface="Calibri"/>
              </a:rPr>
              <a:t>  (paired exact binomial, p ≤ 0.005).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The first pass used 5 horizons at ONE checkpoint and could show only that h = 50 was bad — 14 of 25 predictors tied at zero regret. Densifying and pooling turned that unrankable tie into a resolved curve.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RESULT · RQ5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Which offline predictor finds it?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22</a:t>
            </a:r>
          </a:p>
        </p:txBody>
      </p:sp>
      <p:pic>
        <p:nvPicPr>
          <p:cNvPr id="9" name="Picture 8" descr="slide_replan_regr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824" y="1310640"/>
            <a:ext cx="6288046" cy="345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1520" y="4922520"/>
            <a:ext cx="10744200" cy="13716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4922520"/>
            <a:ext cx="91440" cy="1371600"/>
          </a:xfrm>
          <a:prstGeom prst="rect">
            <a:avLst/>
          </a:prstGeom>
          <a:solidFill>
            <a:srgbClr val="006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5077968"/>
            <a:ext cx="10344200" cy="111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 i="0">
                <a:solidFill>
                  <a:srgbClr val="1A1A1A"/>
                </a:solidFill>
                <a:latin typeface="Calibri"/>
              </a:rPr>
              <a:t>stitchE_cos and stitchE_l2 pick h = 15 at all five checkpoints — regret 2.4 vs 10.6 for a random pick.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All five favour them over the null ⇒ Wilcoxon p = 0.062 — the smallest attainable two-sided p at n = 5 (2/2⁵): maximal consistency, not a near-miss. More checkpoints, not more episodes, would be needed for significance.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RESULT · RQ5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The offline minimum sits at the online maximum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23</a:t>
            </a:r>
          </a:p>
        </p:txBody>
      </p:sp>
      <p:pic>
        <p:nvPicPr>
          <p:cNvPr id="9" name="Picture 8" descr="slide_replan_al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674" y="1310640"/>
            <a:ext cx="5916346" cy="345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1520" y="4922520"/>
            <a:ext cx="10744200" cy="13716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4922520"/>
            <a:ext cx="91440" cy="1371600"/>
          </a:xfrm>
          <a:prstGeom prst="rect">
            <a:avLst/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5077968"/>
            <a:ext cx="10344200" cy="111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 i="0">
                <a:solidFill>
                  <a:srgbClr val="1A1A1A"/>
                </a:solidFill>
                <a:latin typeface="Calibri"/>
              </a:rPr>
              <a:t>Two quantities, one shared x-axis — never a twin y-axis.</a:t>
            </a:r>
            <a:r>
              <a:rPr sz="1650" b="1" i="0">
                <a:solidFill>
                  <a:srgbClr val="1A1A1A"/>
                </a:solidFill>
                <a:latin typeface="Calibri"/>
              </a:rPr>
              <a:t>  The claim is about the POSITION of the extremum in h, so that is what the reader compares.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Stitched metrics bottom out inside the online plateau; the truncated prefix bottoms out too early; smoothness-only runs the wrong way and selects the worst horizon.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Why an offline metric has an interior optimum at 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24</a:t>
            </a:r>
          </a:p>
        </p:txBody>
      </p:sp>
      <p:pic>
        <p:nvPicPr>
          <p:cNvPr id="9" name="Picture 8" descr="slide_replan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189" y="1310640"/>
            <a:ext cx="8193316" cy="345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1520" y="4922520"/>
            <a:ext cx="10744200" cy="13716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4922520"/>
            <a:ext cx="91440" cy="1371600"/>
          </a:xfrm>
          <a:prstGeom prst="rect">
            <a:avLst/>
          </a:prstGeom>
          <a:solidFill>
            <a:srgbClr val="C44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5077968"/>
            <a:ext cx="10344200" cy="111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 i="0">
                <a:solidFill>
                  <a:srgbClr val="1A1A1A"/>
                </a:solidFill>
                <a:latin typeface="Calibri"/>
              </a:rPr>
              <a:t>The design assumed e_k rises monotonically. It does not — e_k is </a:t>
            </a:r>
            <a:r>
              <a:rPr sz="1650" b="1" i="0">
                <a:solidFill>
                  <a:srgbClr val="C4451C"/>
                </a:solidFill>
                <a:latin typeface="Calibri"/>
              </a:rPr>
              <a:t>U-shaped at every checkpoint</a:t>
            </a:r>
            <a:r>
              <a:rPr sz="1650" b="1" i="0">
                <a:solidFill>
                  <a:srgbClr val="1A1A1A"/>
                </a:solidFill>
                <a:latin typeface="Calibri"/>
              </a:rPr>
              <a:t>, so accuracy alone already yields an interior optimum.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The sampler noise floor collapses with training (0.596 → 0.135). At θ₃₀₀₀ it is 86 % of e₀ — that plan is mostly noise, so its Q(h) is nearly flat. As the noise clears, lookahead decay is exposed and the open-loop penalty grows.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What the experiment establishes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1074420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B8A4A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Yes — h is selectable offline.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     A fixed-window stitched cosine or L2 metric picks h = 15 at all five checkpoints: mean regret 2.4 vs 10.6 points for a random pick, worst case 7.0 vs 18.0.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006FB9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The construction matters more than the distance.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     Same metric, same data: stitchE_l2 = 2.4, prefix_l2 = 10.8 — no better than chance. Truncating the chunk to h compares different-length sequences, so m̄(h) is not on a common scale.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C4451C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DTW is the wrong distance here — and that dissociates from checkpoint selection.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     Every DTW variant lands mid-pack (5.2–6.6) though DTW is the BEST metric for choosing k (ρ = 0.72). DTW is invariant to time warping, and choosing h is precisely about WHEN actions are issued.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7A4FBF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Smoothness-only criteria are actively harmful.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     tv_ratio and jerk_ratio select h = 50 — the worst horizon — at every checkpoint, for 19.0 points: nearly twice the null. The switching effect belongs inside a composite, never used alone.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8A8A8A"/>
                </a:solidFill>
                <a:latin typeface="Calibri"/>
              </a:rPr>
              <a:t>▸ 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The optimum does not measurably move with policy quality.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     Per-checkpoint argmaxima are 10, 5, 15, 15, 10 — scatter inside binomial noise. One horizon serves the whole run, and the metric's job is to find that single value with zero rollouts.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181600"/>
            <a:ext cx="10744200" cy="1143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31520" y="5181600"/>
            <a:ext cx="91440" cy="114300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5337048"/>
            <a:ext cx="10344200" cy="88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 i="0">
                <a:solidFill>
                  <a:srgbClr val="1A1A1A"/>
                </a:solidFill>
                <a:latin typeface="Calibri"/>
              </a:rPr>
              <a:t>Counterintuitive corollary: </a:t>
            </a:r>
            <a:r>
              <a:rPr sz="1650" b="1" i="1">
                <a:solidFill>
                  <a:srgbClr val="C4451C"/>
                </a:solidFill>
                <a:latin typeface="Calibri"/>
              </a:rPr>
              <a:t>better policies are hurt MORE by a long horizon, not less.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At h = 50 the 68 % and 58 % checkpoints both collapse to 36 % — full open-loop execution erases the entire quality advantage.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TAKEAWAYS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Practical guidance, and what this cannot yet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5227320" cy="34747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5227320" cy="457200"/>
          </a:xfrm>
          <a:prstGeom prst="rect">
            <a:avLst/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1399032"/>
            <a:ext cx="522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Use this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2020" y="1916430"/>
            <a:ext cx="484632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1B8A4A"/>
                </a:solidFill>
                <a:latin typeface="Calibri"/>
              </a:rPr>
              <a:t>1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  Compute a fixed-window stitched cosine/L2 over a replan schedule and take its argmin. Do NOT truncate the chunk.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1B8A4A"/>
                </a:solidFill>
                <a:latin typeface="Calibri"/>
              </a:rPr>
              <a:t>2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  Do not use DTW, smoothness/jerk alone, or GT-free surrogates for this decision.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1B8A4A"/>
                </a:solidFill>
                <a:latin typeface="Calibri"/>
              </a:rPr>
              <a:t>3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  Rank by regret, not ρ: Q(h) is non-monotone, so ρ over ~7 points is uninformative.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1B8A4A"/>
                </a:solidFill>
                <a:latin typeface="Calibri"/>
              </a:rPr>
              <a:t>4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  Never tune h on an early checkpoint. It mis-sets the value AND understates how much the knob matters.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8400" y="1325880"/>
            <a:ext cx="5227320" cy="34747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248400" y="1325880"/>
            <a:ext cx="5227320" cy="457200"/>
          </a:xfrm>
          <a:prstGeom prst="rect">
            <a:avLst/>
          </a:prstGeom>
          <a:solidFill>
            <a:srgbClr val="C44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48400" y="1399032"/>
            <a:ext cx="522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Not yet claimed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1916430"/>
            <a:ext cx="484632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C4451C"/>
                </a:solidFill>
                <a:latin typeface="Calibri"/>
              </a:rPr>
              <a:t>—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  One model, one task suite. π₀.₅ puts its optimum lower (h ≈ 6–12), so the VALUE of h does not transfer even if the method does.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C4451C"/>
                </a:solidFill>
                <a:latin typeface="Calibri"/>
              </a:rPr>
              <a:t>—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  Five checkpoints caps the significance test at p = 0.062. The binding constraint is checkpoints, not episodes.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C4451C"/>
                </a:solidFill>
                <a:latin typeface="Calibri"/>
              </a:rPr>
              <a:t>—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  Off-distribution drift stays invisible offline. The predictors work because e_k rises for the same reason open-loop degrades — empirical, not guaranteed.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300" b="1" i="0">
                <a:solidFill>
                  <a:srgbClr val="C4451C"/>
                </a:solidFill>
                <a:latin typeface="Calibri"/>
              </a:rPr>
              <a:t>—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  Two earlier readings of this experiment were sparse-data artifacts; only the five-checkpoint aggregate separates the families.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029200"/>
            <a:ext cx="10744200" cy="124968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31520" y="5029200"/>
            <a:ext cx="91440" cy="1249680"/>
          </a:xfrm>
          <a:prstGeom prst="rect">
            <a:avLst/>
          </a:prstGeom>
          <a:solidFill>
            <a:srgbClr val="006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5184648"/>
            <a:ext cx="10344200" cy="989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 i="0">
                <a:solidFill>
                  <a:srgbClr val="1A1A1A"/>
                </a:solidFill>
                <a:latin typeface="Calibri"/>
              </a:rPr>
              <a:t>Next step, already cheap: </a:t>
            </a:r>
            <a:r>
              <a:rPr sz="1650" b="1" i="1">
                <a:solidFill>
                  <a:srgbClr val="006FB9"/>
                </a:solidFill>
                <a:latin typeface="Calibri"/>
              </a:rPr>
              <a:t>π₀.₅ has eight online Q(h) points at step_48499 / step_73499.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Two 6.5-minute caches would test whether the METHOD transfers across architectures against ground truth that already exists.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